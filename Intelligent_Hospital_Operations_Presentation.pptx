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5" r:id="rId3"/>
    <p:sldId id="257" r:id="rId4"/>
    <p:sldId id="258" r:id="rId5"/>
    <p:sldId id="260" r:id="rId6"/>
    <p:sldId id="266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5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4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5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4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9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82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9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3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6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05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6479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43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13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36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19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9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380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0452" y="313482"/>
            <a:ext cx="6620968" cy="332958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Cloud Healthcare Data Analytics System</a:t>
            </a:r>
            <a:br>
              <a:rPr lang="en-IN" sz="4400" dirty="0">
                <a:latin typeface="Arial Black" panose="020B0A04020102020204" pitchFamily="34" charset="0"/>
              </a:rPr>
            </a:br>
            <a:endParaRPr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8163" y="3643063"/>
            <a:ext cx="6620968" cy="861420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tx1"/>
                </a:solidFill>
              </a:rPr>
              <a:t>                                   2320030205-N.ManasaLahari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					 2320030489- G AKASH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                                  2320030397-N NANDINI NAGAR 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2514-1CC7-B597-B544-F50C283B4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5DE8-69D7-2511-AB01-E670EC5CF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Modern hospitals rely on multiple disconnected systems for managing patients, staff, beds, equipment, and clinical workflows. This fragmentation causes delays in identifying high-risk patients and operational bottlenecks.</a:t>
            </a:r>
          </a:p>
          <a:p>
            <a:endParaRPr lang="en-US" dirty="0"/>
          </a:p>
          <a:p>
            <a:r>
              <a:rPr lang="en-US" dirty="0"/>
              <a:t>The proposed Intelligent Hospital Operations &amp; Patient Risk Intelligence Web Platform integrates real-time patient vitals, lab summaries, admission data, bed occupancy, and staff availability into a unified dashboard.</a:t>
            </a:r>
          </a:p>
          <a:p>
            <a:endParaRPr lang="en-US" dirty="0"/>
          </a:p>
          <a:p>
            <a:r>
              <a:rPr lang="en-US" dirty="0"/>
              <a:t>Using machine learning-based risk prediction and explainable AI, the system correlates clinical and operational signals to generate early warning alerts. The platform enhances patient safety, optimizes resource allocation, and supports data-driven hospital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58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Fragmented hospital systems cause delayed decisions</a:t>
            </a:r>
          </a:p>
          <a:p>
            <a:r>
              <a:t>• No unified clinical + operational intelligence</a:t>
            </a:r>
          </a:p>
          <a:p>
            <a:r>
              <a:t>• Increasing patient load requires predictive monitoring</a:t>
            </a:r>
          </a:p>
          <a:p>
            <a:r>
              <a:t>• Need real-time web-based risk detection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 vitals, labs, admissions &amp; staffing data</a:t>
            </a:r>
          </a:p>
          <a:p>
            <a:r>
              <a:t>• Develop AI-based risk scoring engine</a:t>
            </a:r>
          </a:p>
          <a:p>
            <a:r>
              <a:t>• Provide real-time interactive dashboard</a:t>
            </a:r>
          </a:p>
          <a:p>
            <a:r>
              <a:t>• Enable role-based secure access</a:t>
            </a:r>
          </a:p>
          <a:p>
            <a:r>
              <a:t>• Generate explainable early warning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ECDA8F-F453-9CE9-476B-1AFB029C9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88" y="2097475"/>
            <a:ext cx="7668695" cy="4315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9A767-B3F6-14EC-2C06-A6B5BC085ED3}"/>
              </a:ext>
            </a:extLst>
          </p:cNvPr>
          <p:cNvSpPr txBox="1"/>
          <p:nvPr/>
        </p:nvSpPr>
        <p:spPr>
          <a:xfrm>
            <a:off x="1463040" y="377952"/>
            <a:ext cx="5591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Existing System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1C73A-6275-49B0-FD56-3291A60C002A}"/>
              </a:ext>
            </a:extLst>
          </p:cNvPr>
          <p:cNvSpPr txBox="1"/>
          <p:nvPr/>
        </p:nvSpPr>
        <p:spPr>
          <a:xfrm>
            <a:off x="372047" y="1736229"/>
            <a:ext cx="8771953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• Disconnected hospital systems</a:t>
            </a:r>
          </a:p>
          <a:p>
            <a:r>
              <a:rPr lang="en-US" sz="2800" dirty="0"/>
              <a:t>• Manual monitoring of patient vitals</a:t>
            </a:r>
          </a:p>
          <a:p>
            <a:r>
              <a:rPr lang="en-US" sz="2800" dirty="0"/>
              <a:t>• No centralized risk prediction</a:t>
            </a:r>
          </a:p>
          <a:p>
            <a:r>
              <a:rPr lang="en-US" sz="2800" dirty="0"/>
              <a:t>• Delayed emergency response (25–30 mins avg)</a:t>
            </a:r>
          </a:p>
          <a:p>
            <a:r>
              <a:rPr lang="en-US" sz="2800" dirty="0"/>
              <a:t>• Frequent ICU overload during peak hours</a:t>
            </a:r>
          </a:p>
          <a:p>
            <a:r>
              <a:rPr lang="en-US" sz="2800" dirty="0"/>
              <a:t>• No operational forecasting</a:t>
            </a:r>
          </a:p>
          <a:p>
            <a:r>
              <a:rPr lang="en-US" sz="2800" dirty="0"/>
              <a:t>• No explainable AI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00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Proposed System Improvements (Expected Results)</a:t>
            </a:r>
            <a:endParaRPr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2296765"/>
            <a:ext cx="6711654" cy="4195481"/>
          </a:xfrm>
        </p:spPr>
        <p:txBody>
          <a:bodyPr/>
          <a:lstStyle/>
          <a:p>
            <a:r>
              <a:rPr lang="en-US" dirty="0"/>
              <a:t>• Alert response time reduced to &lt;10 mins</a:t>
            </a:r>
          </a:p>
          <a:p>
            <a:r>
              <a:rPr lang="en-US" dirty="0"/>
              <a:t>• 85–92% patient risk prediction accuracy</a:t>
            </a:r>
          </a:p>
          <a:p>
            <a:r>
              <a:rPr lang="en-US" dirty="0"/>
              <a:t>• Real-time ICU occupancy forecasting</a:t>
            </a:r>
          </a:p>
          <a:p>
            <a:r>
              <a:rPr lang="en-US" dirty="0"/>
              <a:t>• 30–40% improvement in resource allocation efficiency</a:t>
            </a:r>
          </a:p>
          <a:p>
            <a:r>
              <a:rPr lang="en-US" dirty="0"/>
              <a:t>• Transparent explainable AI-based alerts</a:t>
            </a:r>
          </a:p>
          <a:p>
            <a:r>
              <a:rPr lang="en-US" dirty="0"/>
              <a:t>• Scalable cloud deployment for multi-hospital use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(5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System Design</a:t>
            </a:r>
          </a:p>
          <a:p>
            <a:r>
              <a:t>Month 2: Backend &amp; Database Development</a:t>
            </a:r>
          </a:p>
          <a:p>
            <a:r>
              <a:t>Month 3: Frontend Dashboard</a:t>
            </a:r>
          </a:p>
          <a:p>
            <a:r>
              <a:t>Month 4: AI Model Integration</a:t>
            </a:r>
          </a:p>
          <a:p>
            <a:r>
              <a:t>Month 5: Testing &amp;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Rajkomar</a:t>
            </a:r>
            <a:r>
              <a:rPr dirty="0"/>
              <a:t> et al., NPJ Digital Medicine, 2018</a:t>
            </a:r>
          </a:p>
          <a:p>
            <a:r>
              <a:rPr dirty="0" err="1"/>
              <a:t>Churpek</a:t>
            </a:r>
            <a:r>
              <a:rPr dirty="0"/>
              <a:t> et al., Critical Care Medicine, 2016</a:t>
            </a:r>
          </a:p>
          <a:p>
            <a:r>
              <a:rPr dirty="0"/>
              <a:t>Topol E., Nature Medicine, 2019</a:t>
            </a:r>
          </a:p>
          <a:p>
            <a:r>
              <a:rPr dirty="0"/>
              <a:t>Sendak et al., NPJ Digital Medicine, 2020</a:t>
            </a:r>
          </a:p>
          <a:p>
            <a:r>
              <a:rPr dirty="0"/>
              <a:t>WHO Global Strategy on Digital Health, 2021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1C594B-C29F-B214-D256-0569AD1E81DE}"/>
              </a:ext>
            </a:extLst>
          </p:cNvPr>
          <p:cNvSpPr txBox="1"/>
          <p:nvPr/>
        </p:nvSpPr>
        <p:spPr>
          <a:xfrm>
            <a:off x="2261419" y="2603744"/>
            <a:ext cx="4351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latin typeface="Arial Rounded MT Bold" panose="020F07040305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11007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106</TotalTime>
  <Words>367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ADLaM Display</vt:lpstr>
      <vt:lpstr>Arial Black</vt:lpstr>
      <vt:lpstr>Arial Rounded MT Bold</vt:lpstr>
      <vt:lpstr>Century Gothic</vt:lpstr>
      <vt:lpstr>Wingdings 3</vt:lpstr>
      <vt:lpstr>Ion</vt:lpstr>
      <vt:lpstr>Cloud Healthcare Data Analytics System </vt:lpstr>
      <vt:lpstr>Abstract</vt:lpstr>
      <vt:lpstr>Introduction &amp; Motivation</vt:lpstr>
      <vt:lpstr>Objectives</vt:lpstr>
      <vt:lpstr>Proposed System Architecture</vt:lpstr>
      <vt:lpstr>PowerPoint Presentation</vt:lpstr>
      <vt:lpstr>Proposed System Improvements (Expected Results)</vt:lpstr>
      <vt:lpstr>Timeline (5 Months)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manasa lahari</cp:lastModifiedBy>
  <cp:revision>7</cp:revision>
  <dcterms:created xsi:type="dcterms:W3CDTF">2013-01-27T09:14:16Z</dcterms:created>
  <dcterms:modified xsi:type="dcterms:W3CDTF">2026-02-21T05:38:06Z</dcterms:modified>
  <cp:category/>
</cp:coreProperties>
</file>